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233"/>
    <a:srgbClr val="605F60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5FA7F-7B52-42C0-8E55-00E9F8A6B6A0}" v="21" dt="2025-03-06T16:03:22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5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mitz, Konstantin" userId="0dfce67c-d6a2-413e-a040-8383ae3310b7" providerId="ADAL" clId="{5BB5FA7F-7B52-42C0-8E55-00E9F8A6B6A0}"/>
    <pc:docChg chg="undo redo custSel addSld modSld">
      <pc:chgData name="Schmitz, Konstantin" userId="0dfce67c-d6a2-413e-a040-8383ae3310b7" providerId="ADAL" clId="{5BB5FA7F-7B52-42C0-8E55-00E9F8A6B6A0}" dt="2025-03-06T16:03:23.962" v="258" actId="478"/>
      <pc:docMkLst>
        <pc:docMk/>
      </pc:docMkLst>
      <pc:sldChg chg="addSp delSp modSp mod">
        <pc:chgData name="Schmitz, Konstantin" userId="0dfce67c-d6a2-413e-a040-8383ae3310b7" providerId="ADAL" clId="{5BB5FA7F-7B52-42C0-8E55-00E9F8A6B6A0}" dt="2025-03-05T20:06:48.729" v="47" actId="207"/>
        <pc:sldMkLst>
          <pc:docMk/>
          <pc:sldMk cId="1172135880" sldId="256"/>
        </pc:sldMkLst>
        <pc:picChg chg="add mod">
          <ac:chgData name="Schmitz, Konstantin" userId="0dfce67c-d6a2-413e-a040-8383ae3310b7" providerId="ADAL" clId="{5BB5FA7F-7B52-42C0-8E55-00E9F8A6B6A0}" dt="2025-03-05T20:06:48.729" v="47" actId="207"/>
          <ac:picMkLst>
            <pc:docMk/>
            <pc:sldMk cId="1172135880" sldId="256"/>
            <ac:picMk id="5" creationId="{B4B2FB7F-6FAC-7816-2F2D-4BD6B0680308}"/>
          </ac:picMkLst>
        </pc:picChg>
        <pc:picChg chg="add del mod">
          <ac:chgData name="Schmitz, Konstantin" userId="0dfce67c-d6a2-413e-a040-8383ae3310b7" providerId="ADAL" clId="{5BB5FA7F-7B52-42C0-8E55-00E9F8A6B6A0}" dt="2025-03-05T20:05:37.224" v="6" actId="478"/>
          <ac:picMkLst>
            <pc:docMk/>
            <pc:sldMk cId="1172135880" sldId="256"/>
            <ac:picMk id="7" creationId="{6EB64963-F7AC-1C62-7ABD-B64011EAEB63}"/>
          </ac:picMkLst>
        </pc:picChg>
        <pc:picChg chg="add del mod">
          <ac:chgData name="Schmitz, Konstantin" userId="0dfce67c-d6a2-413e-a040-8383ae3310b7" providerId="ADAL" clId="{5BB5FA7F-7B52-42C0-8E55-00E9F8A6B6A0}" dt="2025-03-05T20:05:41.189" v="10" actId="478"/>
          <ac:picMkLst>
            <pc:docMk/>
            <pc:sldMk cId="1172135880" sldId="256"/>
            <ac:picMk id="9" creationId="{BA95D0EE-5D87-F6C4-9592-ACB561BD5295}"/>
          </ac:picMkLst>
        </pc:picChg>
        <pc:picChg chg="add del mod">
          <ac:chgData name="Schmitz, Konstantin" userId="0dfce67c-d6a2-413e-a040-8383ae3310b7" providerId="ADAL" clId="{5BB5FA7F-7B52-42C0-8E55-00E9F8A6B6A0}" dt="2025-03-05T20:05:50.357" v="14" actId="478"/>
          <ac:picMkLst>
            <pc:docMk/>
            <pc:sldMk cId="1172135880" sldId="256"/>
            <ac:picMk id="11" creationId="{9D0F2A1C-8324-F9CB-B707-E2678FF3C5B7}"/>
          </ac:picMkLst>
        </pc:picChg>
        <pc:picChg chg="add del mod">
          <ac:chgData name="Schmitz, Konstantin" userId="0dfce67c-d6a2-413e-a040-8383ae3310b7" providerId="ADAL" clId="{5BB5FA7F-7B52-42C0-8E55-00E9F8A6B6A0}" dt="2025-03-05T20:05:55.956" v="16" actId="478"/>
          <ac:picMkLst>
            <pc:docMk/>
            <pc:sldMk cId="1172135880" sldId="256"/>
            <ac:picMk id="13" creationId="{2E8CCC04-5275-312E-C418-202B3843E479}"/>
          </ac:picMkLst>
        </pc:picChg>
        <pc:picChg chg="add del mod">
          <ac:chgData name="Schmitz, Konstantin" userId="0dfce67c-d6a2-413e-a040-8383ae3310b7" providerId="ADAL" clId="{5BB5FA7F-7B52-42C0-8E55-00E9F8A6B6A0}" dt="2025-03-05T20:06:05.523" v="20" actId="478"/>
          <ac:picMkLst>
            <pc:docMk/>
            <pc:sldMk cId="1172135880" sldId="256"/>
            <ac:picMk id="15" creationId="{D7B59A19-59F9-C052-BCE2-EB76D8EA6103}"/>
          </ac:picMkLst>
        </pc:picChg>
      </pc:sldChg>
      <pc:sldChg chg="addSp delSp modSp new mod">
        <pc:chgData name="Schmitz, Konstantin" userId="0dfce67c-d6a2-413e-a040-8383ae3310b7" providerId="ADAL" clId="{5BB5FA7F-7B52-42C0-8E55-00E9F8A6B6A0}" dt="2025-03-06T16:03:23.962" v="258" actId="478"/>
        <pc:sldMkLst>
          <pc:docMk/>
          <pc:sldMk cId="2377702066" sldId="257"/>
        </pc:sldMkLst>
        <pc:spChg chg="add del mod">
          <ac:chgData name="Schmitz, Konstantin" userId="0dfce67c-d6a2-413e-a040-8383ae3310b7" providerId="ADAL" clId="{5BB5FA7F-7B52-42C0-8E55-00E9F8A6B6A0}" dt="2025-03-05T20:20:13.072" v="181" actId="478"/>
          <ac:spMkLst>
            <pc:docMk/>
            <pc:sldMk cId="2377702066" sldId="257"/>
            <ac:spMk id="3" creationId="{2281F2E3-78D0-9729-EA4A-816EE927D6FE}"/>
          </ac:spMkLst>
        </pc:spChg>
        <pc:spChg chg="add del mod">
          <ac:chgData name="Schmitz, Konstantin" userId="0dfce67c-d6a2-413e-a040-8383ae3310b7" providerId="ADAL" clId="{5BB5FA7F-7B52-42C0-8E55-00E9F8A6B6A0}" dt="2025-03-06T16:02:11.102" v="250" actId="478"/>
          <ac:spMkLst>
            <pc:docMk/>
            <pc:sldMk cId="2377702066" sldId="257"/>
            <ac:spMk id="4" creationId="{C80AFE14-6345-604A-FF84-B66D360D408B}"/>
          </ac:spMkLst>
        </pc:spChg>
        <pc:spChg chg="add del mod">
          <ac:chgData name="Schmitz, Konstantin" userId="0dfce67c-d6a2-413e-a040-8383ae3310b7" providerId="ADAL" clId="{5BB5FA7F-7B52-42C0-8E55-00E9F8A6B6A0}" dt="2025-03-06T16:02:12.944" v="253" actId="478"/>
          <ac:spMkLst>
            <pc:docMk/>
            <pc:sldMk cId="2377702066" sldId="257"/>
            <ac:spMk id="5" creationId="{8DC81FDC-FCE4-8DD3-3C39-4A8AF93D024C}"/>
          </ac:spMkLst>
        </pc:spChg>
        <pc:spChg chg="add del mod">
          <ac:chgData name="Schmitz, Konstantin" userId="0dfce67c-d6a2-413e-a040-8383ae3310b7" providerId="ADAL" clId="{5BB5FA7F-7B52-42C0-8E55-00E9F8A6B6A0}" dt="2025-03-06T16:02:12.501" v="252" actId="478"/>
          <ac:spMkLst>
            <pc:docMk/>
            <pc:sldMk cId="2377702066" sldId="257"/>
            <ac:spMk id="6" creationId="{03798EF8-1F15-0397-E7FA-DBED15EA37B1}"/>
          </ac:spMkLst>
        </pc:spChg>
        <pc:spChg chg="add del mod">
          <ac:chgData name="Schmitz, Konstantin" userId="0dfce67c-d6a2-413e-a040-8383ae3310b7" providerId="ADAL" clId="{5BB5FA7F-7B52-42C0-8E55-00E9F8A6B6A0}" dt="2025-03-06T16:02:13.378" v="254" actId="478"/>
          <ac:spMkLst>
            <pc:docMk/>
            <pc:sldMk cId="2377702066" sldId="257"/>
            <ac:spMk id="7" creationId="{0F2D0297-00F4-01DB-9135-2546B20D41EC}"/>
          </ac:spMkLst>
        </pc:spChg>
        <pc:spChg chg="add del mod">
          <ac:chgData name="Schmitz, Konstantin" userId="0dfce67c-d6a2-413e-a040-8383ae3310b7" providerId="ADAL" clId="{5BB5FA7F-7B52-42C0-8E55-00E9F8A6B6A0}" dt="2025-03-05T20:20:00.360" v="177"/>
          <ac:spMkLst>
            <pc:docMk/>
            <pc:sldMk cId="2377702066" sldId="257"/>
            <ac:spMk id="8" creationId="{ED302F07-5F23-C0A9-88EF-F33CB118E4E8}"/>
          </ac:spMkLst>
        </pc:spChg>
        <pc:spChg chg="add del mod">
          <ac:chgData name="Schmitz, Konstantin" userId="0dfce67c-d6a2-413e-a040-8383ae3310b7" providerId="ADAL" clId="{5BB5FA7F-7B52-42C0-8E55-00E9F8A6B6A0}" dt="2025-03-05T20:20:00.360" v="177"/>
          <ac:spMkLst>
            <pc:docMk/>
            <pc:sldMk cId="2377702066" sldId="257"/>
            <ac:spMk id="9" creationId="{7D693951-6559-3EA4-92E2-866D0BA442AC}"/>
          </ac:spMkLst>
        </pc:spChg>
        <pc:spChg chg="del mod ord">
          <ac:chgData name="Schmitz, Konstantin" userId="0dfce67c-d6a2-413e-a040-8383ae3310b7" providerId="ADAL" clId="{5BB5FA7F-7B52-42C0-8E55-00E9F8A6B6A0}" dt="2025-03-06T16:02:11.707" v="251" actId="478"/>
          <ac:spMkLst>
            <pc:docMk/>
            <pc:sldMk cId="2377702066" sldId="257"/>
            <ac:spMk id="10" creationId="{605F5F91-BB5C-318B-4900-B505E5315B8E}"/>
          </ac:spMkLst>
        </pc:spChg>
        <pc:spChg chg="add del mod">
          <ac:chgData name="Schmitz, Konstantin" userId="0dfce67c-d6a2-413e-a040-8383ae3310b7" providerId="ADAL" clId="{5BB5FA7F-7B52-42C0-8E55-00E9F8A6B6A0}" dt="2025-03-06T16:00:10.474" v="248"/>
          <ac:spMkLst>
            <pc:docMk/>
            <pc:sldMk cId="2377702066" sldId="257"/>
            <ac:spMk id="11" creationId="{7CB6B0CE-C3E7-357E-109D-BB4C3CD40594}"/>
          </ac:spMkLst>
        </pc:spChg>
        <pc:spChg chg="add del mod">
          <ac:chgData name="Schmitz, Konstantin" userId="0dfce67c-d6a2-413e-a040-8383ae3310b7" providerId="ADAL" clId="{5BB5FA7F-7B52-42C0-8E55-00E9F8A6B6A0}" dt="2025-03-06T15:59:41.453" v="222" actId="478"/>
          <ac:spMkLst>
            <pc:docMk/>
            <pc:sldMk cId="2377702066" sldId="257"/>
            <ac:spMk id="12" creationId="{9DEA752D-E20A-A231-A93E-2C0966CE7BCB}"/>
          </ac:spMkLst>
        </pc:spChg>
        <pc:spChg chg="add del mod">
          <ac:chgData name="Schmitz, Konstantin" userId="0dfce67c-d6a2-413e-a040-8383ae3310b7" providerId="ADAL" clId="{5BB5FA7F-7B52-42C0-8E55-00E9F8A6B6A0}" dt="2025-03-06T15:59:39.971" v="219"/>
          <ac:spMkLst>
            <pc:docMk/>
            <pc:sldMk cId="2377702066" sldId="257"/>
            <ac:spMk id="13" creationId="{42980BD2-5524-4C5F-1338-049FA0770963}"/>
          </ac:spMkLst>
        </pc:spChg>
        <pc:spChg chg="add del mod">
          <ac:chgData name="Schmitz, Konstantin" userId="0dfce67c-d6a2-413e-a040-8383ae3310b7" providerId="ADAL" clId="{5BB5FA7F-7B52-42C0-8E55-00E9F8A6B6A0}" dt="2025-03-06T16:00:10.474" v="248"/>
          <ac:spMkLst>
            <pc:docMk/>
            <pc:sldMk cId="2377702066" sldId="257"/>
            <ac:spMk id="14" creationId="{FDE1F8A1-2463-FF10-09CF-BB96BC72DA6B}"/>
          </ac:spMkLst>
        </pc:spChg>
        <pc:spChg chg="del mod">
          <ac:chgData name="Schmitz, Konstantin" userId="0dfce67c-d6a2-413e-a040-8383ae3310b7" providerId="ADAL" clId="{5BB5FA7F-7B52-42C0-8E55-00E9F8A6B6A0}" dt="2025-03-06T16:02:14.056" v="255" actId="478"/>
          <ac:spMkLst>
            <pc:docMk/>
            <pc:sldMk cId="2377702066" sldId="257"/>
            <ac:spMk id="15" creationId="{93FBF4DF-5FB6-D207-6C90-BF0C3D71D550}"/>
          </ac:spMkLst>
        </pc:spChg>
        <pc:spChg chg="add del mod">
          <ac:chgData name="Schmitz, Konstantin" userId="0dfce67c-d6a2-413e-a040-8383ae3310b7" providerId="ADAL" clId="{5BB5FA7F-7B52-42C0-8E55-00E9F8A6B6A0}" dt="2025-03-06T16:03:23.962" v="258" actId="478"/>
          <ac:spMkLst>
            <pc:docMk/>
            <pc:sldMk cId="2377702066" sldId="257"/>
            <ac:spMk id="16" creationId="{0D0576D8-2AEC-5CCD-8BF3-3E604B84D338}"/>
          </ac:spMkLst>
        </pc:spChg>
        <pc:spChg chg="add mod">
          <ac:chgData name="Schmitz, Konstantin" userId="0dfce67c-d6a2-413e-a040-8383ae3310b7" providerId="ADAL" clId="{5BB5FA7F-7B52-42C0-8E55-00E9F8A6B6A0}" dt="2025-03-06T16:03:22.632" v="257"/>
          <ac:spMkLst>
            <pc:docMk/>
            <pc:sldMk cId="2377702066" sldId="257"/>
            <ac:spMk id="17" creationId="{03A24051-4D99-8039-0A42-496BF65DB3B2}"/>
          </ac:spMkLst>
        </pc:spChg>
        <pc:picChg chg="add mod modCrop">
          <ac:chgData name="Schmitz, Konstantin" userId="0dfce67c-d6a2-413e-a040-8383ae3310b7" providerId="ADAL" clId="{5BB5FA7F-7B52-42C0-8E55-00E9F8A6B6A0}" dt="2025-03-05T20:15:24.700" v="63" actId="14100"/>
          <ac:picMkLst>
            <pc:docMk/>
            <pc:sldMk cId="2377702066" sldId="257"/>
            <ac:picMk id="2" creationId="{D1E5651C-0F42-2B0F-1053-7DEE38FD4B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0915C-2B2E-76E5-2D39-B64CD5568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3FA7D68-D904-97EC-70A1-0A91BF0D7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24831C-DD5B-8686-C7BC-CD0DC1AA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E92ACE1-6444-8C62-5700-1CD34F20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DD62C83-B683-3770-AB72-83B5F26A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6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C83A8-3A02-15B7-D516-DE9CB514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A05488-DE73-E21E-45BD-BD27FF596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D17C3E0-5B31-8C84-E39B-88A0F2C3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AA43D4-6A2F-BA8C-6046-AA7E545EE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FAFA1A-B81E-1ECD-2E91-6F3DB4FC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59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6517E4-F5A4-D067-F822-D2996EA74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B2B9BE8-9A64-5B22-F710-3B97BABEF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B6E129-937A-1F8C-A5C6-83B27E29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D68C87-B9E1-3A45-CFFB-F550BE09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0ADF8EA-2ADF-225B-8D54-FD73A62D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98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90468-BB6A-6E80-6C6E-0B391A00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FD6890C-8550-DBEE-815E-F9502C8A5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215A7A3-8B72-402B-0471-5A7A2035F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CD49A7-4607-A0E2-F1EC-A0F6F333A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B88408E-3EC9-BC0C-96AE-891F071F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634292-CD10-253E-4BBA-A8AC78DD2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3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9D0A0-75A5-0C9A-0F43-EE76CC78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96D44F1-9802-2AE5-61AF-17A9E53A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60BED65-AFF1-21EE-93C0-90592A704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05AEE05-037D-4E42-B92C-CC8F942A4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234227B-1D44-238A-130B-B34F5B598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5540F54-5915-BBA0-DEF6-2F139256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D29710A-C436-DAC7-DCA3-37E9A84C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87E9FC6-6CE8-AA3F-3030-3D426163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91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CD922A-8792-377F-CF42-8C0E7D7E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E3E6927-D5E6-1515-A246-60212EE1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07EF9C2-8991-7120-4AFD-03F52DD7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B67B0B-58D9-4ADB-D4AC-AFC9B642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40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8BB049A-2861-6F82-2F98-C30E96071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0973638-91B1-CE0E-3292-B96D36686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B94FAB-B34D-29E6-C8EF-9F316877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35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77AAC-2499-3CBF-D623-AEB8D272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EC84D5D-49BE-EFBD-8591-8D966E89A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647D20B-4618-FB21-D982-4C4D2356F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B22D51-EA89-311E-E9AD-BA919548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5769C6C-0DD7-A6D9-86C4-7B059B41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AB2D0C0-0766-F8AB-47C7-FD00EA48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23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99CB3-53D1-1D80-3A81-D10E56BAE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33BFE6B-1D07-BE5E-DD24-C102B8945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1E9D85C-940D-796F-9B3F-AC0513727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B39D251-9404-7026-5EC5-036E90A8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2AB958C-1E79-0F77-9E5A-65426AD8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3984A88-89E0-D63B-BDB7-990EC017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08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CCC0C-78AF-6A32-4E4A-D689A7DE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58CC8E3-5B79-3C2E-EE42-88FFB5E93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4C048C0-950D-5165-C284-707ADB42F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FF7D871-3EF9-E7DF-B3EC-AA7DA521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C8C1F7F-277F-4E0F-5F62-66B177E6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26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54DC528-3574-4E82-8F6F-17622009C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83B896C-186A-B09F-A4B8-58118C272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7F25CDA-E434-0C4F-AE91-F345F13E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DA2D1D7-1B8E-CE55-FCA1-F8C5DA29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F324A5-56D3-4877-961C-AA546A2C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40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F1C0906-789A-F24E-DB31-AF6E90E33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8A1DB70-BE06-C7BB-2658-0810D9567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3B050EE-73B5-F037-AEC3-39D51AA3E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1BADC-D2CE-4C15-8A81-CC1A4A91CE0D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C588B68-FB9E-7C4E-33B6-04C9ED577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AB32117-E5A1-1369-81E4-FABDF2616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82341-A814-4A14-AC2D-49D2EC919EB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79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schermopname, grafische vormgeving&#10;&#10;Door AI gegenereerde inhoud is mogelijk onjuist.">
            <a:extLst>
              <a:ext uri="{FF2B5EF4-FFF2-40B4-BE49-F238E27FC236}">
                <a16:creationId xmlns:a16="http://schemas.microsoft.com/office/drawing/2014/main" id="{B4B2FB7F-6FAC-7816-2F2D-4BD6B0680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1172135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Afbeelding met schermopname, grafische vormgeving&#10;&#10;Door AI gegenereerde inhoud is mogelijk onjuist.">
            <a:extLst>
              <a:ext uri="{FF2B5EF4-FFF2-40B4-BE49-F238E27FC236}">
                <a16:creationId xmlns:a16="http://schemas.microsoft.com/office/drawing/2014/main" id="{D1E5651C-0F42-2B0F-1053-7DEE38FD4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7" t="31439" r="86835" b="48716"/>
          <a:stretch/>
        </p:blipFill>
        <p:spPr>
          <a:xfrm>
            <a:off x="11093714" y="0"/>
            <a:ext cx="1098286" cy="6858000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</p:pic>
      <p:sp>
        <p:nvSpPr>
          <p:cNvPr id="17" name="Anti Scoll Background">
            <a:extLst>
              <a:ext uri="{FF2B5EF4-FFF2-40B4-BE49-F238E27FC236}">
                <a16:creationId xmlns:a16="http://schemas.microsoft.com/office/drawing/2014/main" id="{03A24051-4D99-8039-0A42-496BF65DB3B2}"/>
              </a:ext>
            </a:extLst>
          </p:cNvPr>
          <p:cNvSpPr/>
          <p:nvPr/>
        </p:nvSpPr>
        <p:spPr>
          <a:xfrm>
            <a:off x="-22704000" y="-12771000"/>
            <a:ext cx="57600000" cy="32400000"/>
          </a:xfrm>
          <a:prstGeom prst="rect">
            <a:avLst/>
          </a:prstGeom>
          <a:noFill/>
          <a:ln w="635000" cap="rnd" cmpd="sng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770206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0</Words>
  <Application>Microsoft Office PowerPoint</Application>
  <PresentationFormat>Breedbeeld</PresentationFormat>
  <Paragraphs>0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Kantoorthema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Schmitz, Konstantin</dc:creator>
  <cp:lastModifiedBy>Schmitz, Konstantin</cp:lastModifiedBy>
  <cp:revision>1</cp:revision>
  <dcterms:created xsi:type="dcterms:W3CDTF">2025-03-05T20:05:00Z</dcterms:created>
  <dcterms:modified xsi:type="dcterms:W3CDTF">2025-03-06T16:03:32Z</dcterms:modified>
</cp:coreProperties>
</file>